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✦  ENGLISH LANGUAGE SPECIALIZED MASTERCLASS • INTERACTIVE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English Phrasal Verbs &amp; Vocabulary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Visual Explanations, Dynamic Cartoons, and Native Fluency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INSTRUCTOR &amp; PEDAGOGICAL LEAD / المُحاضر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  <a:cs typeface="Segoe UI"/>
              </a:rPr>
              <a:t>MR. Mohamed Nasser Badawy  |  مستر محمد ناصر بدوي</a:t>
            </a:r>
          </a:p>
          <a:p>
            <a:pPr algn="l" rtl="1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English Language Teacher - 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MODULE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Visual Action Verbs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Cartoon action scenarios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Core meaning &amp; prepositions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Time &amp; Perspective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Present Perfect vs Past Simple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When to use each tense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Tense Matrix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Side-by-side comparison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Key time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Fluency Formula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Step-by-step sentence building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Common mistakes to avoid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CARTOON EXPLAINER • شرح مصور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Present Perfect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toon_Present_Perfect_Tense_38551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51560" y="5833872"/>
            <a:ext cx="3749039" cy="347472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38BDF8"/>
                </a:solidFill>
                <a:latin typeface="Segoe UI"/>
                <a:cs typeface="Segoe UI"/>
              </a:rPr>
              <a:t>🎨 Visual Explainer • رسم توضيحي كارتوني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/ˈprez.ənt ˈpɜː.fɪkt/ • (have / has + V3)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المعنى والقاعدة / Meaning &amp; Rule: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Connects past actions directly to the present moment. We use it when the exact past time doesn't matter, but the result is visible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نقاط التركيز والاستخدام / Key Notes: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Structure: Subject + have / has + Past Participle (V3).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Keywords: already, just, yet, ever, never, recently, since, for.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Focuses on life experiences and ongoing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💡 مثال عملي / Practical Example: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 have already finished my assignment, so I can relax!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3" grpId="0" build="asOne"/>
      <p:bldGraphic spid="14" grpId="0" build="asOne"/>
      <p:bldGraphic spid="15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CARTOON EXPLAINER • شرح مصور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Phrasal Verb: Look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toon_Phrasal_Verb__Look_After_7c94b9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51560" y="5833872"/>
            <a:ext cx="3749039" cy="347472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38BDF8"/>
                </a:solidFill>
                <a:latin typeface="Segoe UI"/>
                <a:cs typeface="Segoe UI"/>
              </a:rPr>
              <a:t>🎨 Visual Explainer • رسم توضيحي كارتوني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/lʊk ˈɑːf.tər/ • Verb + Preposition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المعنى والقاعدة / Meaning &amp; Rule: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Means to take care of someone or something, providing attention, food, or safety.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نقاط التركيز والاستخدام / Key Notes: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Synonyms: Care for, nurse, protect, attend to.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Common collocations: look after children, look after pets, look after yourself.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Inseparable verb: the object comes right after the preposition.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💡 مثال عملي / Practical Example: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Can you please look after my cat while I am traveling?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3" grpId="0" build="asOne"/>
      <p:bldGraphic spid="14" grpId="0" build="asOne"/>
      <p:bldGraphic spid="15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COMPARISON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Tense Matrix: Present Perfect vs Past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Grammar Dimension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Present Perfect (have + V3)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Past Simple (V2)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Connection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Connected to the present; result matters now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Finished action in a completed time period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Markers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Already, yet, ever, just, since, for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Yesterday, last year, in 2022, two days ago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Living in London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have lived in London for 5 years (still there)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lived in London in 2018 (not there anymore)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STEP-BY-STEP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The 3-Step Native Sentence 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Pick the Perspective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Is the result active right now, or completely closed in the past?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Current vs Finished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Select Auxiliary Verb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have/has for perfect, or drop directly to V2 for past.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have/has + V3 vs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Add Time Polish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natural adverbs like 'already', 'recently', or 'yesterday'.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Place adverb naturally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FFB703"/>
                </a:solidFill>
                <a:latin typeface="Segoe UI"/>
                <a:cs typeface="Segoe UI"/>
              </a:rPr>
              <a:t>Thank You! | بالتوفيق والنجاح الدائم</a:t>
            </a:r>
          </a:p>
          <a:p>
            <a:pPr algn="ctr" rtl="1">
              <a:spcAft>
                <a:spcPts val="800"/>
              </a:spcAft>
            </a:pPr>
            <a:r>
              <a:rPr sz="1500" b="0" i="1">
                <a:solidFill>
                  <a:srgbClr val="38BDF8"/>
                </a:solidFill>
                <a:latin typeface="Segoe UI"/>
                <a:cs typeface="Dubai"/>
              </a:rPr>
              <a:t>"Every expert was once a beginner. Keep practicing, and never stop learning!"
«التعلم رحلة مستمرة.. استمر في التدريب والتطبيق دائماً»</a:t>
            </a:r>
          </a:p>
          <a:p>
            <a:pPr algn="ctr" rtl="1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للتواصل وحجز الحصص الخاصة والمتابعة الدورية / For Private Tutoring &amp; Follow-up: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474720"/>
            <a:ext cx="3931920" cy="100584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📱 WhatsApp &amp; Phone / واتساب وهاتف</a:t>
            </a:r>
          </a:p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3931920" cy="100584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🌐 Facebook Profile / فيسبوك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Mohamed Nasser Badawy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7619695" cy="777240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MR. Mohamed Nasser Badawy  •  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English Language Teacher | 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