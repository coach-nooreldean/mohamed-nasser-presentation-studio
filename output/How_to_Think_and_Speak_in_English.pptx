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960120"/>
            <a:ext cx="4023360" cy="4937760"/>
          </a:xfrm>
          <a:prstGeom prst="roundRect">
            <a:avLst/>
          </a:prstGeom>
          <a:solidFill>
            <a:srgbClr val="131D31"/>
          </a:solidFill>
          <a:ln w="2286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acher_avata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39319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005840"/>
            <a:ext cx="6309360" cy="402336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✦  دورة اللغة الإنجليزية المتخصصة • شروحات تفاعلية واحترافية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00200"/>
            <a:ext cx="630936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cs typeface="Segoe UI"/>
              </a:rPr>
              <a:t>How to Think and Speak in English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8BDF8"/>
                </a:solidFill>
                <a:latin typeface="Segoe UI"/>
                <a:cs typeface="Segoe UI"/>
              </a:rPr>
              <a:t>About Your Skills And Abilities - Episode 1: Building Confidence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977639"/>
            <a:ext cx="6309360" cy="1920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 rtl="1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المُحاضر والمعلم المعتمد</a:t>
            </a:r>
          </a:p>
          <a:p>
            <a:pPr algn="r" rtl="1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Dubai"/>
              </a:rPr>
              <a:t>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 rtl="1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Dubai"/>
              </a:rPr>
              <a:t>✦  محاور الدرس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Dubai"/>
              </a:rPr>
              <a:t>خريطة الدرس والمحاور الرئيسية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347618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01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What Are Skills &amp; Abilities?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Defining personal strengths and capabilities.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Why it's important to talk about what you can 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28800"/>
            <a:ext cx="3347618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02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Grammar Focus: Expressing Ability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Using 'can' and 'cannot' for general ability.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When to use 'be able to' for specific situations.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'Know how to' for learned skills.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3956" y="1828800"/>
            <a:ext cx="3347618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03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Vocabulary &amp; Confidence Building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Useful words to describe your talents.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Constructing sentences to share your strengths clearly.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Practical exercises to build speaking confidence.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CAN - Expressing General 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ok_af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/kæn/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Used to express the general power, skill, or opportunity to do something.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Shows what you are capable of doing.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Also used for possibility and permission.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Always followed by the base form of a verb (without 'to').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I can speak English well!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مصفوفة المقارنة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CAN vs. BE ABLE TO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FFB703"/>
                          </a:solidFill>
                          <a:latin typeface="Segoe UI"/>
                          <a:cs typeface="Segoe UI"/>
                        </a:rPr>
                        <a:t>Aspect / Category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CAN</a:t>
                      </a:r>
                    </a:p>
                  </a:txBody>
                  <a:tcPr anchor="ctr" marL="109728" marR="109728">
                    <a:solidFill>
                      <a:srgbClr val="101F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BE ABLE TO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Main Usage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General ability, possibility, permission.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Specific ability, future ability, or when 'can' doesn't fit (e.g., after other modals).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Grammar Form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Modal verb + Base Verb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Verb 'to be' (am/is/are/was/were/will be) + able to + Base Verb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Example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She can draw beautiful pictures.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He will be able to join us tomorrow.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KNOW HOW TO - For Learned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ok_af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/noʊ haʊ tuː/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Used to express that you possess knowledge or experience in performing a particular task or activity, typically learned through instruction or practice.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Emphasizes a skill that was acquired or taught.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Implies practical knowledge and understanding.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Remember to conjugate 'know' correctly for the subject (e.g., 'he knows').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My friend knows how to code computer programs.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SKILL - A Valuable Talent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glish_grammar_ru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/skɪl/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The ability to do something well, usually gained through training, experience, or natural talent.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A capability that can be improved with practice.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Can be practical (like cooking) or intellectual (like problem-solving).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We often 'develop' or 'master' a skill.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Effective communication is a key skill for success.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خطوات التطبيق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Sharing Your Abilities Confidently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01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Step 1: Identify Your Strengths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Think about what you are truly good at or what you can do. It could be something you enjoy!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«I can cook.» / «I know how to play football.»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02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Step 2: Describe Clearly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Use 'can' or 'know how to' to formulate simple, direct sentences about your abilities.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«I can solve many math problems.» / «I know how to make delicious tea.»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3956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03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Step 3: Elaborate &amp; Explain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Add a little more detail. Why is it a strength? How do you use it? This adds depth to your statement.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«I can speak three languages, which helps me understand different cultures.»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31920" y="411480"/>
            <a:ext cx="4327855" cy="347472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Dubai"/>
              </a:rPr>
              <a:t>🌟  بالتوفيق والنجاح الدائم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  <a:cs typeface="Dubai"/>
              </a:rPr>
              <a:t>مع تمنياتي لكم بالتفوق والنجاح المستمر دائمًا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508760"/>
            <a:ext cx="9997135" cy="12801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 bIns="164592"/>
          <a:lstStyle/>
          <a:p>
            <a:pPr algn="ctr" rtl="1">
              <a:spcAft>
                <a:spcPts val="400"/>
              </a:spcAft>
            </a:pPr>
            <a:r>
              <a:rPr sz="1600" b="1" i="0">
                <a:solidFill>
                  <a:srgbClr val="FFB703"/>
                </a:solidFill>
                <a:latin typeface="Segoe UI"/>
                <a:cs typeface="Dubai"/>
              </a:rPr>
              <a:t>قال رسول الله ﷺ: «خَيْرُكُمْ مَنْ تَعَلَّمَ الْقُرْآنَ وَعَلَّمَهُ»</a:t>
            </a:r>
          </a:p>
          <a:p>
            <a:pPr algn="ctr" rtl="1">
              <a:spcAft>
                <a:spcPts val="400"/>
              </a:spcAft>
            </a:pPr>
            <a:r>
              <a:rPr sz="1300" b="0" i="1">
                <a:solidFill>
                  <a:srgbClr val="38BDF8"/>
                </a:solidFill>
                <a:latin typeface="Segoe UI"/>
                <a:cs typeface="Dubai"/>
              </a:rPr>
              <a:t>«التعلم رحلة مستمرة.. استمر في التدريب والتطبيق دائماً»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📱 واتساب الحصص والمتابعة المباشرة</a:t>
            </a:r>
          </a:p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cs typeface="Segoe UI"/>
              </a:rPr>
              <a:t>+201159330109</a:t>
            </a:r>
          </a:p>
          <a:p>
            <a:pPr algn="ctr" rtl="1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Dubai"/>
              </a:rPr>
              <a:t>للتواصل المباشر وحجز الدروس والمراجعات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🌐 الصفحة الرسمية للمتابعة</a:t>
            </a:r>
          </a:p>
          <a:p>
            <a:pPr algn="ctr" rtl="1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ctr" rtl="1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Dubai"/>
              </a:rPr>
              <a:t>تابع أحدث الشروحات والتدريبات اليومية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709160"/>
            <a:ext cx="9997135" cy="1463040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/>
          <a:lstStyle/>
          <a:p>
            <a:pPr algn="ctr" rtl="1">
              <a:spcAft>
                <a:spcPts val="600"/>
              </a:spcAft>
            </a:pPr>
            <a:r>
              <a:rPr sz="2200" b="1" i="0">
                <a:solidFill>
                  <a:srgbClr val="FFB703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ctr" rtl="1">
              <a:spcAft>
                <a:spcPts val="40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  <a:cs typeface="Dubai"/>
              </a:rPr>
              <a:t>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