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960120"/>
            <a:ext cx="4023360" cy="4937760"/>
          </a:xfrm>
          <a:prstGeom prst="roundRect">
            <a:avLst/>
          </a:prstGeom>
          <a:solidFill>
            <a:srgbClr val="131D31"/>
          </a:solidFill>
          <a:ln w="2286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05840"/>
            <a:ext cx="6309360" cy="402336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✦  TAJWEED &amp; QURANIC ARABIC MASTERCLASS • NON-NATIVE SPEAKERS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630936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cs typeface="Segoe UI"/>
              </a:rPr>
              <a:t>Tajweed YouTube Test Lesson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8BDF8"/>
                </a:solidFill>
                <a:latin typeface="Segoe UI"/>
                <a:cs typeface="Segoe UI"/>
              </a:rPr>
              <a:t>Accurate Articulation &amp; Rules for Non-Native Speakers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77639"/>
            <a:ext cx="6309360" cy="1920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INSTRUCTOR &amp; PEDAGOGICAL LEAD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MR. Mohamed Nasser Badawy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Quran, Tajweed &amp; Arabic Instructor for Non-Native Speakers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LESSON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Lesson Roadmap &amp; Core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Rule Foundations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Linguistic definition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Applied Quranic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Phonetic Articulation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Point of exit (Makhraj)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Voice &amp; breath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Comparative Matrix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Izhar vs Idgham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Common pronunciation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011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04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4. Step-by-Step Drill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Recognition flow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Live practice technique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  <p:bldGraphic spid="12" grpId="0" build="asOn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Dubai"/>
              </a:rPr>
              <a:t>الإظهار الحلقي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zhar_halq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Iz-hār Halqī • Clear Throat Articulation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Meaning &amp; Core Rule: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To pronounce the Noon Sakinah or Tanween clearly and distinctly without any nasalization (Ghunnah) when followed by one of the 6 throat letters.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Key Breakdown &amp; Usage Notes: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Throat letters are: [ ء ، هـ ، ع ، ح ، غ ، خ ]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No pauses or breaks between the Noon and the throat letter.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Sound flows naturally without exaggeration or heavy pressing.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Segoe UI"/>
              </a:rPr>
              <a:t>💡 Practical Example: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« مَنْ آمَنَ » ➔ Clean distinct Noon ('Man Aa-mana')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Dubai"/>
              </a:rPr>
              <a:t>الإدغام بغنة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dgham_ghunna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Idghām with Ghunnah • Merging with 2 Beats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Meaning &amp; Core Rule: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Merging the Noon Sakinah or Tanween completely into the following letter with an elongated nasal sound (Ghunnah) lasting 2 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Key Breakdown &amp; Usage Notes: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Merging letters are: [ ي ، ن ، م ، و ]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The Noon sound disappears and turns into the doubled following letter.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Hold the nasal humming gently for exactly two natural beats.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Segoe UI"/>
              </a:rPr>
              <a:t>💡 Practical Example: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« مَن يَقُولُ » ➔ Merged with 2-beat nasal resonance ('May-yaqool')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COMPARISON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Comparison Matrix: Izhar vs Idgham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FFB703"/>
                          </a:solidFill>
                          <a:latin typeface="Segoe UI"/>
                          <a:cs typeface="Segoe UI"/>
                        </a:rPr>
                        <a:t>Rule Aspect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Dubai"/>
                        </a:rPr>
                        <a:t>الإظهار • Izhar</a:t>
                      </a:r>
                    </a:p>
                  </a:txBody>
                  <a:tcPr anchor="ctr" marL="109728" marR="109728">
                    <a:solidFill>
                      <a:srgbClr val="101F3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Dubai"/>
                        </a:rPr>
                        <a:t>الإدغام • Idgham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Sound Clarity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Completely clear, zero nasal humming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Merged into next letter with 2-count Ghunnah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Letters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6 Throat Letters: [ ء ، هـ ، ع ، ح ، غ ، خ ]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4 Nasal Letters: [ ي ، ن ، م ، و ]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Quranic Example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« مَنْ آمَنَ » — Clean Noon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« مَن يَقُولُ » — Merged Noon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STEP-BY-STEP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Three-Step Recitation Accuracy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Segoe UI"/>
              </a:rPr>
              <a:t>STEP 01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Spot the Sakinah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Locate the unvoweled Noon [ نْ ] or Tanween in the text.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Look for Sukoon or Tanween 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Segoe UI"/>
              </a:rPr>
              <a:t>STEP 02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Inspect Next Letter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Identify if the following letter is a throat letter or merging letter.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Check the 6 throat letters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3956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Segoe UI"/>
              </a:rPr>
              <a:t>STEP 03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Measure Timing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Keep crisp for Izhar, or elongate 2 counts for Idgham.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Measure 2 beats gently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31920" y="411480"/>
            <a:ext cx="4327855" cy="347472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🌟  JAZAKUM ALLAHU KHAYRAN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  <a:cs typeface="Segoe UI"/>
              </a:rPr>
              <a:t>Jazakum Allahu Khayran • Best Wishes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508760"/>
            <a:ext cx="9997135" cy="12801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ctr" rtl="1">
              <a:spcAft>
                <a:spcPts val="400"/>
              </a:spcAft>
            </a:pPr>
            <a:r>
              <a:rPr sz="1600" b="1" i="0">
                <a:solidFill>
                  <a:srgbClr val="FFB703"/>
                </a:solidFill>
                <a:latin typeface="Segoe UI"/>
                <a:cs typeface="Dubai"/>
              </a:rPr>
              <a:t>قال رسول الله ﷺ: «خَيْرُكُمْ مَنْ تَعَلَّمَ الْقُرْآنَ وَعَلَّمَهُ»</a:t>
            </a:r>
          </a:p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38BDF8"/>
                </a:solidFill>
                <a:latin typeface="Segoe UI"/>
                <a:cs typeface="Segoe UI"/>
              </a:rPr>
              <a:t>"The best among you are those who learn the Quran and teach it."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Segoe UI"/>
              </a:rPr>
              <a:t>📱 WhatsApp Direct &amp; Inquiries</a:t>
            </a:r>
          </a:p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+201159330109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Segoe UI"/>
              </a:rPr>
              <a:t>For 1-on-1 Sessions &amp; Course Follow-up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🌐 Official Facebook Channel</a:t>
            </a:r>
          </a:p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Mohamed Nasser Badawy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Segoe UI"/>
              </a:rPr>
              <a:t>Follow for Lessons &amp; Live 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709160"/>
            <a:ext cx="9997135" cy="146304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B703"/>
                </a:solidFill>
                <a:latin typeface="Segoe UI"/>
                <a:cs typeface="Segoe UI"/>
              </a:rPr>
              <a:t>MR. Mohamed Nasser Badawy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Quran, Tajweed &amp; Arabic Instructor for Non-Native Speakers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