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YouTube English Test Lesson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Visual Action Verbs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Cartoon action scenarios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Time &amp; Perspective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Present Perfect vs Past Simple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Tense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Side-by-side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Fluency Formula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Step-by-step sentence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Present Perfect Tense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/ˈprez.ənt ˈpɜː.fɪkt/ • (have / has + V3)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Structure: Subject + have / has + Past Participle (V3).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Keywords: already, just, yet, ever, never, recently, since, for.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Focuses on life experiences and ongoing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have already finished my assignment, so I can relax!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Phrasal Verb: Look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/lʊk ˈɑːf.tər/ • Verb + Preposition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Means to take care of someone or something, providing attention, food, or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Synonyms: Care for, nurse, protect, attend to.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Common collocations: look after children, look after pets, look after yourself.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Inseparable verb: the object comes right after the preposition.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Can you please look after my cat while I am traveling?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Present Perfect (have + V3)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Past Simple (V2)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Connection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Connected to the present; result matters now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Finished action in a completed time period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Markers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Already, yet, ever, just, since, for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Yesterday, last year, in 2022, two days ago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Living in London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lived in London for 5 years (still there)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lived in London in 2018 (not there anymore)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the Perspective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Is the result active right now, or completely closed in the past?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Select Auxiliary Verb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have/has for perfect, or drop directly to V2 for past.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Add Time Polish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natural adverbs like 'already', 'recently', or 'yesterday'.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رحلة مستمرة.. استمر في التدريب والتطبيق دائماً»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