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THINK &amp; SPEAK IN ENGLISH: Skills &amp; Abilities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Mastering the 3-Step Native Fluency Framework | Mr. Mohamed Nasser Badawy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The Fluency Mindset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Stop translating word-for-word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Direct conceptual framing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Step 1: Macro Framing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Define the skill in general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Building initial momentum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Step 2: Personal Strengths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Highlight your exact role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Concrete capability phrases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Step 3: Evolution Story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How you honed the skill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Deliberate practice journey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Fluency Shift: Think Directly 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speaking_convers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/ˈfluː.ən.si/ • Direct Concept Mapping • Mental Freedom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True fluency is not speaking without pausing; it is organizing your thoughts directly in English like a native speaker, without translating word-for-word from your native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Translating word-by-word causes severe hesitation, unnatural grammar, and mental fatigue.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Native speakers communicate using structured thought frameworks, not isolated vocabulary.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Training your mind on fixed 3-part formulas unlocks immediate spontaneous speaking.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Instead of translating Arabic thoughts, map directly: 'I specialize in graphic design.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Step 1: Describe the Skill in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speaking_convers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[The Macro Frame] • Broad Definition • Setting the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Before jumping straight into your personal experience, open with a broad definition or overview of what the skill is. This provides clear context for your listener.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Defines what the domain actually involves and why it matters in the world.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Formula: '[Skill] is essentially the art/ability of [action] to [achieve result].'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Gives you 10-15 seconds of smooth momentum while keeping your listener fully engaged.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Graphic design is the art of communicating ideas visually through typography, colors, and layout.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Step 2: Describe Your Personal 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glish_speaking_convers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[Personal Strength] • Proficiency Level • Specific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 the general topic to yourself by pinpointing your specific role, core strengths, and the real-world tasks you excel 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Use high-impact capability verbs: 'I specialize in...', 'I am adept at...', 'I excel in...'.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Formula: 'When it comes to [skill], my main focus is [specific task/responsibility].'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Back it up with concrete tasks: mention the tools, methods, or deliverables you create.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In my daily work, I specialize in crafting clean brand identities and high-converting marketing visuals.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Step 3: Explain How You Developed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[The Journey] • Dedication &amp; Practice • Continuous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Conclude your thoughts by sharing your journey: how you studied, practiced, overcame early hurdles, and continually refined your ability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Storytelling establishes personal connection and showcases discipline and grit.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Formula: 'I first got into this [time ago], and through [practice/courses], I honed my craft.'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Native speakers love continuous learners: demonstrate your commitment to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started self-learning five years ago, practicing daily and taking masterclasses to hone my typography skills.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Comparative Matrix: Translating Mindset vs. 3-Step Native Thinking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Fluency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Translating Mindset (Traditional)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3-Step Framework (Native Thinking)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Mental Process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Translates word-for-word from Arabic/native language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Direct concept mapping into structured 3-part framework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Speaking Pace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Frequent awkward pauses ('uhh... umm...') searching for words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Smooth, continuous speech with logical transitions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Response Structure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Abrupt one-sentence answers or scattered thoughts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Cohesive 3-Part Narrative: General ➔ Personal ➔ Journey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Vocabulary Level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Literal words and over-complicated grammar rules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Natural collocations, strong action verbs, and fluent chunks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Speaker Confidence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High anxiety and constant fear of grammar errors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Poised, relaxed delivery with clear communicative purpose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Practical Mastery Flow: The 60-Second Speaking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One Skill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Choose a core skill you possess (e.g., Graphic Design, Coding, Public Speaking, or Cooking).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Focus on 1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Draft the 3 Pillars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Quickly outline: (1) General definition, (2) Personal strength, (3) Growth journey.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Macro ➔ Micro ➔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The 60-Sec Challenge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Set a timer for 60 seconds and speak out loud without stopping to self-correct grammar.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Fluency over perfection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2011680"/>
            <a:ext cx="2407843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04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Record &amp; Refine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Listen to your recording and replace repeated basic words with higher-level synonyms.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Self-audit &amp; upgrade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Segoe UI"/>
              </a:rPr>
              <a:t>“Continuous effort and daily practice are the keys to true English fluency.”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والممارسة اليومية المستمرة هما مفتاح طلاقة التحدث بالإنجليزية»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